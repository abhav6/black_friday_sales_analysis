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28600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Black Friday Sales Analysis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4290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Understanding &amp; Analytical Planning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Analytics Center of Excellence  |  Data Analytics Consultant Capstone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Challenge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Friday concentrates a year of retail complexity into one high-stakes window.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85623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Customer Behavior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68880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occupation, and marital status groups respond very differently to promotions.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4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18745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652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185623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Uneven City Dynamics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468880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 (A) vs Tier-2/3 (B/C) cities show different purchasing power and category mix.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297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27939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Unpredictable Product Demand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892040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spike unevenly; some drive repeat sales, others underperform.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402336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4F6F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46520" y="4297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4652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427939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ROI Under Scrutiny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4892040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needs proof promotions create incremental sales, not just shifted demand.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Analytical Goals &amp; KPI Framework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BI perspective: translate business pain points into measurable, trackable metrics.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9584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01368"/>
            <a:ext cx="146304" cy="146304"/>
          </a:xfrm>
          <a:prstGeom prst="ellipse">
            <a:avLst/>
          </a:prstGeom>
          <a:solidFill>
            <a:srgbClr val="D6A64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8992" y="1709928"/>
            <a:ext cx="2752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21992"/>
            <a:ext cx="3072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revenue captured across the campaign window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34256" y="1600200"/>
            <a:ext cx="3529584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4608576" y="1801368"/>
            <a:ext cx="146304" cy="146304"/>
          </a:xfrm>
          <a:prstGeom prst="ellipse">
            <a:avLst/>
          </a:prstGeom>
          <a:solidFill>
            <a:srgbClr val="D6A64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64608" y="1709928"/>
            <a:ext cx="2752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Purchase / Customer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608576" y="2221992"/>
            <a:ext cx="3072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Lifetime Value proxy = total spend ÷ transactions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19872" y="1600200"/>
            <a:ext cx="3529584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13" name="Shape 11"/>
          <p:cNvSpPr/>
          <p:nvPr/>
        </p:nvSpPr>
        <p:spPr>
          <a:xfrm>
            <a:off x="8394192" y="1801368"/>
            <a:ext cx="146304" cy="146304"/>
          </a:xfrm>
          <a:prstGeom prst="ellipse">
            <a:avLst/>
          </a:prstGeom>
          <a:solidFill>
            <a:srgbClr val="D6A64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50224" y="1709928"/>
            <a:ext cx="2752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Penetration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8394192" y="2221992"/>
            <a:ext cx="3072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customers/transactions touching each product category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3529584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3474720"/>
            <a:ext cx="146304" cy="146304"/>
          </a:xfrm>
          <a:prstGeom prst="ellipse">
            <a:avLst/>
          </a:prstGeom>
          <a:solidFill>
            <a:srgbClr val="D6A64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78992" y="3383280"/>
            <a:ext cx="2752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Segment Share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3895344"/>
            <a:ext cx="3072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revenue from top-spending customer segments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34256" y="3273552"/>
            <a:ext cx="3529584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21" name="Shape 19"/>
          <p:cNvSpPr/>
          <p:nvPr/>
        </p:nvSpPr>
        <p:spPr>
          <a:xfrm>
            <a:off x="4608576" y="3474720"/>
            <a:ext cx="146304" cy="146304"/>
          </a:xfrm>
          <a:prstGeom prst="ellipse">
            <a:avLst/>
          </a:prstGeom>
          <a:solidFill>
            <a:srgbClr val="D6A64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864608" y="3383280"/>
            <a:ext cx="2752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City-Level Contribution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4608576" y="3895344"/>
            <a:ext cx="3072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and avg. basket size by City Category A/B/C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19872" y="3273552"/>
            <a:ext cx="3529584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25" name="Shape 23"/>
          <p:cNvSpPr/>
          <p:nvPr/>
        </p:nvSpPr>
        <p:spPr>
          <a:xfrm>
            <a:off x="8394192" y="3474720"/>
            <a:ext cx="146304" cy="146304"/>
          </a:xfrm>
          <a:prstGeom prst="ellipse">
            <a:avLst/>
          </a:prstGeom>
          <a:solidFill>
            <a:srgbClr val="D6A64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650224" y="3383280"/>
            <a:ext cx="2752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Purchase Rate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8394192" y="3895344"/>
            <a:ext cx="30723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customers with multiple transactions across categories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Tooling: Excel (validation) • SQL (structure) • Python (EDA &amp; stats) • Power BI / Tableau (dashboards)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Snapshot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Black_Friday_Data_clean.csv — one row per transaction (User × Product)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9202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550,068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517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6916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9202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5,891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6517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19202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3,631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6517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Products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52560" y="16916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52560" y="19202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₹9,264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9052560" y="26517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Purchase Value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520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data quality notes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9776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Product_Category_2 is missing (labeled “Unknown”) for 31.6% of transactions — mostly single-category purchases.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4805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Product_Category_3 is missing for 69.7% of transactions — tertiary category is the exception, not the norm.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983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true nulls, no duplicate User×Product rows; Purchase ranges ₹12–₹23,961 with ~0.5% statistical outliers (IQR method).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 in the accompanying Data Quality Log (Excel).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Hypotheses to Test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validated in Step 7 with t-tests, ANOVA, and correlation analysis.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27306B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03120"/>
            <a:ext cx="594360" cy="594360"/>
          </a:xfrm>
          <a:prstGeom prst="ellipse">
            <a:avLst/>
          </a:prstGeom>
          <a:solidFill>
            <a:srgbClr val="D6A64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03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892808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City-tier effect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313432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values differ significantly across City Category A, B, and C.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326880" y="189280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D6A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27306B"/>
          </a:solidFill>
          <a:ln/>
        </p:spPr>
      </p:sp>
      <p:sp>
        <p:nvSpPr>
          <p:cNvPr id="11" name="Shape 9"/>
          <p:cNvSpPr/>
          <p:nvPr/>
        </p:nvSpPr>
        <p:spPr>
          <a:xfrm>
            <a:off x="868680" y="3749040"/>
            <a:ext cx="594360" cy="594360"/>
          </a:xfrm>
          <a:prstGeom prst="ellipse">
            <a:avLst/>
          </a:prstGeom>
          <a:solidFill>
            <a:srgbClr val="D6A64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3749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3538728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Marital status &amp; breadth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3959352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Married customers show greater product category breadth than single customers.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0" y="353872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D6A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 / chi-square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27306B"/>
          </a:solidFill>
          <a:ln/>
        </p:spPr>
      </p:sp>
      <p:sp>
        <p:nvSpPr>
          <p:cNvPr id="17" name="Shape 15"/>
          <p:cNvSpPr/>
          <p:nvPr/>
        </p:nvSpPr>
        <p:spPr>
          <a:xfrm>
            <a:off x="868680" y="5394960"/>
            <a:ext cx="594360" cy="594360"/>
          </a:xfrm>
          <a:prstGeom prst="ellipse">
            <a:avLst/>
          </a:prstGeom>
          <a:solidFill>
            <a:srgbClr val="D6A64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5394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691640" y="5184648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&amp; spend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691640" y="5605272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purchase value differs significantly between male and female customers.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326880" y="518464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D6A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2026-09-15T12:02:27Z</dcterms:created>
  <dcterms:modified xsi:type="dcterms:W3CDTF">2026-09-15T12:02:27Z</dcterms:modified>
</cp:coreProperties>
</file>